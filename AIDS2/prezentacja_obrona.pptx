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 ZACZĄĆ:
"Dzień dobry. Nazywam się Danila Kozik, przedstawiam projekt z AiSD II — Królestwo Krasnoludków."
CO POWIEDZIEĆ W SKRÓCIE (1 zdanie o całości):
"Dostałem zadanie opisane jako bajka o Śnieżce i krasnoludkach. Moim zadaniem było wyłuskać z tej bajki cztery realne problemy algorytmiczne, rozwiązać każdy odpowiednią strukturą danych, a potem połączyć je w jeden działający system."
Pracowałem sam, w Pythonie. Repozytorium: github.com/kozik77/AISD-2, dostęp dla Pani prowadzącej jest nadany.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o co chodzi w każdym module:
M1 (Przydział): "Mamy krasnale i kopalnie. Każdy krasnal umie kopać tylko swoje minerały. Trzeba dać pracę jak największej liczbie krasnali, a przy tym tak, żeby łącznie chodzili do pracy jak najkrócej."
M2 (Trasa patrolu): "Książę co rano objeżdża wszystkie czynne kopalnie dookoła. Szukamy najkrótszej pętli, która je wszystkie obejmuje."
M3 (Obrona muru): "Wzdłuż trasy stoją łucznicy. Gdy lecą jabłka na jakiś odcinek muru, dowodzi ten najgłośniejszy. Trzeba go błyskawicznie wskazać."
M4 (Archiwizacja): "Spisujemy wiedzę królestwa tak, żeby zajmowała mało miejsca i żeby dało się w niej szybko szukać."
NAJWAŻNIEJSZE ZDANIE:
"Te cztery moduły NIE są osobne — łączą się w łańcuch. Wynik jednego jest wejściem następnego. Pokażę to na kolejnym slajdzie."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KLUCZOWY SLAJD — pokazuje, że zrozumiałem zadanie, a nie tylko zakodowałem algorytmy.
Polecenie wprost mówi: "odfiltrować informacje istotne od nieistotnych, sformalizować problem". Ta tabela to właśnie ten krok.
NAJWAŻNIEJSZA RZECZ DO WYTŁUMACZENIA (pierwszy wiersz):
"W bajce jest sprytny haczyk: krasnal, który kopie LUBIANY minerał, wydobywa kruszec o STAŁEJ wartości — nieważne czy to złoto czy węgiel. To znaczy, że wartość produkcji zależy TYLKO od tego, ilu krasnali pracuje. Więc 'nie pozwolić spaść wartości produkcji' = 'zatrudnić jak najwięcej krasnali' = MAKSYMALNY PRZEPŁYW."
I dalej:
"Drugi warunek — owsianka rośnie z odległością. Czyli wśród wszystkich rozwiązań z maksymalnym zatrudnieniem wybieramy to z minimalną sumą odległości = MINIMALNY KOSZT. Stąd Min-Cost Max-Flow: NAJPIERW maksymalizujemy przepływ, POTEM minimalizujemy koszt."
To pokazuje, że potrafię z opisu słownego wyciągnąć dokładną specyfikację.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jak płynie informacja przez projekt:
"Wyobraźmy sobie jeden dzień w królestwie:
1. RANO — Śnieżka rozdziela pracę (M1). Wynik: które kopalnie są dziś czynne i gdzie leżą.
2. Te czynne kopalnie idą do M2 — książę liczy najkrótszą trasę patrolu wokół nich.
3. Wzdłuż tej trasy stoją łucznicy (M3) — gdy lecą jabłka, błyskawicznie wskazujemy dowódcę odcinka.
4. Na koniec dnia spisujemy raport z tego wszystkiego i archiwizujemy go (M4) — kompresja plus indeks do wyszukiwania."
DLACZEGO TO WAŻNE:
"To nie są cztery osobne programy. W pliku integracja.py one naprawdę przekazują sobie dane — współrzędne kopalni z M1 trafiają do M2, trasa z M2 wyznacza mur w M3, a raport w M4 powstaje z liczb policzonych przez M1, M2 i M3. To była najtrudniejsza część — sklejenie wszystkiego w spójną całość."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co pokazuje rysunek:
"To jest sieć. Z lewej źródło, z prawej ujście. W środku po lewej krasnale (żółte), po prawej kopalnie (czerwone). Strzałka od krasnala do kopalni oznacza: ten krasnal POTRAFI tam pracować, a liczba na strzałce to odległość z jego domu."
JAK DZIAŁA ALGORYTM — analogia 'woda w rurach':
"Wyobraźmy sobie, że ze źródła płynie woda. Każda rura ma przepustowość 1 — bo jeden krasnal to jeden etat. Chcemy przepchnąć JAK NAJWIĘCEJ wody do ujścia (= zatrudnić jak najwięcej krasnali). Ale każda rura ma też CENĘ przepłynięcia (= odległość). Spośród wszystkich sposobów przepchnięcia maksymalnej wody wybieramy ten NAJTAŃSZY."
JAK TO ROBIMY KROK PO KROKU:
"Powtarzamy: znajdź NAJTAŃSZĄ wolną ścieżkę od źródła do ujścia (algorytmem SPFA), przepchnij nią przepływ, zaktualizuj sieć. I tak aż wszyscy mają pracę."
DLACZEGO SPFA, A NIE DIJKSTRA (gdyby ktoś zapytał):
"Bo po przepchnięciu przepływu w sieci pojawiają się krawędzie powrotne z UJEMNYM kosztem — to mechanizm 'cofania' złych decyzji. Dijkstra nie radzi sobie z ujemnymi wagami. SPFA (to wariant Bellmana-Forda z kolejką) radzi sobie naturalnie."
WYNIK: na testach do 200 krasnali liczy się w ułamku sekundy.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czym jest otoczka wypukła:
"Wyobraźmy sobie deskę z wbitymi gwoździami (to nasze kopalnie). Naciągamy na wszystkie gumkę-recepturkę i puszczamy. Gumka oplata SKRAJNE gwoździe i tworzy najmniejszy wypukły kształt obejmujący wszystkie. To jest właśnie otoczka — i to jest najkrótsza możliwa trasa patrolu księcia."
DLACZEGO TO NIE PROBLEM KOMIWOJAŻERA (TSP):
"Książę nie musi wjeżdżać do środka — on OKRĄŻA teren. Najkrótszy obchód po obwodzie to dokładnie obwód otoczki. TSP byłby potrzebny, gdyby musiał odwiedzić każdy punkt z osobna — tu nie musi."
JAK DZIAŁA ALGORYTM ANDREW (krok po kroku):
"1. Sortujemy punkty od lewej do prawej.
2. Idziemy od lewej do prawej i budujemy DOLNĄ krawędź gumki. Za każdym razem sprawdzamy: czy nowy punkt skręca w dobrą stronę? Jeśli zrobilibyśmy 'wgięcie' do środka — cofamy ostatni punkt.
3. To samo z góry, idąc z powrotem.
4. Sklejamy dół i górę."
JAK SPRAWDZAMY KIERUNEK SKRĘTU:
"Iloczynem wektorowym trzech punktów. Wynik dodatni — skręcamy w lewo (dobrze), ujemny — w prawo (wgięcie, trzeba cofnąć). To jedno mnożenie, dlatego szybkie."
DLACZEGO ANDREW, A NIE GRAHAM: prostszy, mniej przypadków brzegowych — ważne, gdy pracuję sam i nie mam kogo zapytać.
Złożoność O(n log n) — całość zdominowana przez sortowanie.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WYNIK MOJEGO PROGRAMU — wizualizacja.py rysuje to w matplotlib.
NA PALCACH — co pokazać palcem na ekranie:
"Mamy 6 kopalni. Cztery w narożnikach — (0,0), (5,0), (5,5), (0,5) — i dwie w środku: (2,2) i (3,3)."
"Czerwona linia to trasa patrolu, którą wyliczył mój algorytm otoczki. Zwróćcie uwagę na rzecz najważniejszą: dwie kopalnie w ŚRODKU — te niebieskie (2,2) i (3,3) — NIE leżą na trasie. Algorytm sam je odrzucił, bo żeby je objąć, wystarczy okrążyć cztery narożniki. To dokładnie ta 'gumka-recepturka' z poprzedniego slajdu — naciągnięta na gwoździe oplata tylko skrajne."
"Książę nie musi do nich podjeżdżać — jadąc po czerwonym kwadracie i tak ma je 'w środku' swojego patrolu. Dlatego trasa jest najkrótsza możliwa: obwód 20 jednostek (cztery boki po 5)."
PUENTA:
"Gdyby książę próbował odwiedzić każdą kopalnię z osobna (TSP), trasa byłaby dłuższa. Otoczka daje optymalny obchód po obwodzie."
Jeśli zapytają o punkty współliniowe: mój algorytm pomija punkty leżące na prostej między dwoma innymi — do obwodu są zbędne.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po co to drzewo:
"Mur ma np. 100 łuczników, każdy z jakąś głośnością. Atak leci na odcinek od 30. do 60. łucznika. Pytanie: kto na tym kawałku jest najgłośniejszy? Najprościej byłoby przejrzeć wszystkich po kolei — ale gdy ataków są tysiące, to za wolno (za każdym razem O(n))."
POMYSŁ DRZEWA (analogia 'turniej'):
"Budujemy drzewo jak drabinkę turniejową. Na dole liście — pojedynczy łucznicy. Każdy węzeł wyżej trzyma 'zwycięzcę' (najgłośniejszego) ze swoich dzieci. Korzeń zna najgłośniejszego w CAŁYM murze."
"Gdy pytamy o odcinek [30,60], nie schodzimy do każdego łucznika — sprytnie składamy odpowiedź z kilku gotowych węzłów, które już pokrywają ten zakres. Dlatego zapytanie to tylko O(log n) — wysokość drzewa."
WAŻNY SZCZEGÓŁ (różni mnie od typowej implementacji):
"Zwracam nie samą głośność, ale PARĘ (głośność, indeks) — czyli KTÓRY łucznik, nie tylko jak głośno. Bo specyfikacja prosi o indeks dowódcy. To zmieniłem po pierwszej rewizji kodu."
DLACZEGO NIE SPARSE TABLE: dawałby O(1) na zapytanie, ale nie pozwala aktualizować głośności. Drzewo zostawia tę furtkę otwartą.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dwie rzeczy: oszczędzanie miejsca i szybkie szukanie.
HUFFMAN (kompresja) — analogia 'Morse'a':
"Normalnie każda litera zajmuje tyle samo bitów. Huffman mówi: skoro literę 'a' używamy bardzo często, dajmy jej KRÓTKI kod, a rzadkiej 'ż' — długi. Trochę jak alfabet Morse'a, gdzie 'E' (najczęstsze) to jedna kropka."
"Drzewo budujemy tak: bierzemy dwa NAJRZADSZE znaki i łączymy je w jeden węzeł o sumie ich częstości. Powtarzamy, aż zostanie jeden korzeń. Idąc w dół: w lewo to 0, w prawo to 1. Tak każdy znak dostaje swój kod. Efekt: tekst kurczy się o około połowę."
(Pokaż na następnym slajdzie drzewo Huffmana — tam widać, że 'a' dostaje kod '0', a rzadsze 'b','c' dłuższe.)
TRIE (wyszukiwanie) — analogia 'spis treści / słownik':
"Trie to drzewo, w którym każde słowo to ścieżka litera po literze od korzenia. Żeby sprawdzić, czy słowo 'atak' jest w kronikach, idę a→t→a→k — jeśli ścieżka istnieje i kończy się znacznikiem 'koniec słowa', to jest. Szukanie zależy tylko od długości słowa, nie od liczby wszystkich słów."
DLACZEGO dict, a NIE tablica: polskie znaki (ą, ć, ę, ś...) to Unicode. Tablica na 256 znaków by nie wystarczyła, a większa marnowałaby pamięć. dict bierze tylko te litery, które faktycznie występują.
EDGE CASE (jeśli zapytają): tekst z jednym znakiem, np. "aaaa" — nie da się zbudować normalnego drzewa, więc przypisuję kod "0" ręcznie.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dwa drzewa obok siebie.
LEWE — drzewo przedziałowe (RMQ):
"Na dole liście — głośności poszczególnych łuczników i ich indeksy. Każdy węzeł wyżej trzyma maksimum ze swoich dzieci. Żółtym podświetliłem to, co odwiedza zapytanie o odcinek [2,4]. Algorytm nie schodzi do wszystkich liści — składa odpowiedź z kilku węzłów. Wynik: najgłośniejszy ma głośność 9, stoi na pozycji 4."
PRAWE — drzewo Huffmana:
"Widać tu zasadę z poprzedniego slajdu. Znak 'a' jest najczęstszy (2 razy) i siedzi blisko korzenia — dostaje krótki kod '0'. Rzadsze 'c' i 'b' są głębiej, więc ich kody są dłuższe: '10' i '11'. Im częstszy znak, tym krótsza droga od korzenia, tym krótszy kod."
To są realne struktury, które buduje mój kod — nie ilustracje z internetu.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jak testowałem na trzech poziomach:
1. TESTY JEDNOSTKOWE (26, wszystkie zielone):
"Każdy moduł ma własne testy sprawdzające pojedyncze funkcje — w tym przypadki brzegowe: pusta tablica, jeden element, błędne zapytanie l&gt;r, tekst z polskimi znakami."
2. TESTY STRESOWE (generator.py):
"Generator tworzy DUŻE losowe dane — do 200 krasnali, 100 tysięcy łuczników. Sprawdza dwie rzeczy: czy program się nie wywala i czy jest wystarczająco szybki. Wszystko mieści się w sekundzie."
3. TEST INTEGRACYJNY (integracja.py):
"Uruchamia cały pipeline na jednym, ręcznie sprawdzonym przykładzie — żeby upewnić się, że moduły poprawnie przekazują sobie dane."
CIEKAWE: "Generator wyłapał dwa błędy brzegowe, których sam nie przewidziałem pisząc testy jednostkowe. To dlatego, że pracuję sam — nie ma kolegi, który spojrzy świeżym okiem. Generator losowy go zastępuje."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co znaczą te symbole:
"F to liczba krasnali do przydzielenia, V i E to wierzchołki i krawędzie sieci, n to liczba punktów/elementów, σ to liczba różnych znaków w tekście, k to długość słowa, N to długość całego tekstu."
PROSTYM JĘZYKIEM:
- M1: czas rośnie z liczbą krasnali razy rozmiar sieci.
- M2: w praktyce tyle, ile zajmuje posortowanie punktów.
- M3: zbudować raz — liniowo; potem każde pytanie błyskawiczne (logarytm).
- M4 Huffman: zależy od liczby różnych znaków, a samo pakowanie liniowe.
- M4 Trie: każda operacja zależy tylko od długości słowa, nie od rozmiaru słownika.
JEŚLI ZAPYTAJĄ 'dlaczego Python, a nie C++':
"Świadoma decyzja. C++ byłby szybszy, ale Python jest wystarczająco szybki na rozmiary z zadania (wszystko &lt; 1s), a oszczędza mój czas — brak segfaultów, łatwe debugowanie, natywny Unicode dla polskich znaków. Dla pracy w pojedynkę to się opłaca."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PALCACH — jak zorganizowany jest projekt:
"Każdy moduł to osobny plik w pakiecie snowwhite_suite. Testy osobno w folderze testy. Na wierzchu integracja.py (skleja wszystko) i wizualizacja.py (rysuje mapę, którą pokazywałem)."
TECHNOLOGIE:
"Python — czytelność i bogata biblioteka standardowa (heapq do Huffmana, dataclasses). pytest do testów. GitHub Actions automatycznie odpala testy przy każdym wgraniu zmian — pewność, że nic się nie zepsuło."
POLSKIE NAZWY W KODZIE: świadoma decyzja — spójność z polską dokumentacją, łatwiej mi nawigować podczas obrony (SiecPrzeplywowa, OtoczkaWypukla, DrzewoPrzedzialowe).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Cztery rzeczy, które wyniosłem z projektu — powiedz je swoimi słowami, spokojnie:
1. "Algorytmy znałem z wykładu. Prawdziwa trudność pojawiła się, gdy trzeba było je SKLEIĆ — uzgodnić formaty danych, obsłużyć sytuację, gdy moduł nie zwraca nic, zadbać o zaokrąglenia współrzędnych."
2. "Pracując sam, nie mam kogo poprosić o code review. Generator losowych testów to zastąpił — wyłapał błędy brzegowe, o których bym nie pomyślał."
3. "Drobna zmiana w specyfikacji (zwróć indeks, nie wartość) pociągnęła zmiany w całym module i testach. Dobra lekcja, jak ważne jest dokładne czytanie wymagań."
4. "Bałem się, że Python będzie za wolny na MCMF. Okazało się, że na danych z zadania jest szybki, a zaoszczędził mi mnóstwo czasu. Właściwy wybór dla pracy w pojedynkę."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"Dziękuję za uwagę, chętnie odpowiem na pytania."
ŚCIĄGA — gotowe odpowiedzi na najczęstsze pytania:
Q: Dlaczego SPFA, a nie Dijkstra + potencjały Johnsona?
A: W sieci residualnej są ujemne koszty (krawędzie powrotne). SPFA radzi sobie z nimi naturalnie; Dijkstra wymagałaby dodatkowej inicjalizacji potencjałów. Na rozmiarach z zadania SPFA jest wystarczająco szybka.
Q: Dlaczego otoczka, a nie problem komiwojażera (TSP)?
A: Książę okrąża teren po obwodzie, nie musi odwiedzać każdego punktu osobno. Najkrótszy obchód po obwodzie to obwód otoczki. TSP to inny, trudniejszy problem.
Q: Dlaczego drzewo przedziałowe, a nie Sparse Table?
A: Sparse Table ma O(1) zapytanie, ale nie obsługuje aktualizacji. Drzewo daje O(log n), ale zostawia furtkę na dynamiczne zmiany głośności.
Q: Dlaczego Python, a nie C++?
A: Oszczędność czasu programisty, brak segfaultów, natywny Unicode. Testy stresowe &lt; 1s — wydajność wystarczająca.
Q: Jak obsługujesz tekst z jednym znakiem w Huffmanie?
A: Specjalnie — przypisuję kod "0", bo nie da się zbudować normalnego drzewa z jednym liściem.
Q: Dlaczego dict w Trie, a nie tablica?
A: Polskie znaki to Unicode. dict bierze tylko występujące litery — oszczędność pamięci.
Q: Co jest połączeniem między modułami?
A: Współrzędne czynnych kopalni (M1→M2), trasa patrolu wyznacza mur (M2→M3), raport z wyników jest archiwizowany (→M4). Pokazane w integracja.py.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KRÓLESTWO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KRASNOLUDKÓW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Algorytmy i Struktury Danych II — Projekt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Danila Kozik  •  UMK Toruń  •  Prowadząca: Anna Kwiatkowska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371600" cy="54864"/>
          </a:xfrm>
          <a:prstGeom prst="rect">
            <a:avLst/>
          </a:prstGeom>
          <a:solidFill>
            <a:srgbClr val="00D9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— cztery podproblemy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Przydział krasnali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Maksymalny przydział do kopalni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minimalnej sumarycznej odległości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3152" cy="7315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03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Trasa patrolu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Najkrótsza zamknięta trasa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okrążająca użytkowane kopalnie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3152" cy="7315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17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Obrona muru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Najgłośniejszy dekametrowiec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zaatakowanym odcinku [l, r]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73152" cy="73152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0C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Archiwizacja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931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Kompresja kronik + szybkie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słów kluczowych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 bajki do algorytmu — filtracja informacji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krok z polecenia: odsiać warstwę fabularną i sformalizować problem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292608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bajce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matematyce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Krasnal kopie minerał, który lubi → kruszec o STAŁEJ wartości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 produkcji = liczba zatrudnionych → MAX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Owsianki trzeba więcej, gdy krasnal idzie dalej do pracy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= odległość dom→kopalnia → MIN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Książę okrąża wszystkie czynne kopalnie najkrótszą drogą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Najkrótsza pętla wokół punktów → OTOCZKA WYPUKŁA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Najgłośniejszy łucznik na atakowanym odcinku dowodzi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Maksimum na przedziale [l,r] → RMQ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Zapisać wiedzę oszczędnie i dać szybko ją przeszukać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Kompresja → HUFFMAN, wyszukiwanie → TRIE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Integracja modułów — pipeline</a:t>
            </a:r>
            <a:endParaRPr lang="en-US" sz="3000" dirty="0"/>
          </a:p>
        </p:txBody>
      </p:sp>
      <p:pic>
        <p:nvPicPr>
          <p:cNvPr id="3" name="Image 0" descr="/home/claude/viz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każdego modułu jest wejściem dla następnego — nie działają w izolacji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M1: Min-Cost Max-Flow (MCMF)</a:t>
            </a:r>
            <a:endParaRPr lang="en-US" sz="2800" dirty="0"/>
          </a:p>
        </p:txBody>
      </p:sp>
      <p:pic>
        <p:nvPicPr>
          <p:cNvPr id="3" name="Image 0" descr="/home/claude/viz_mcm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Algorytm: SSP + SPFA  •  Złożoność: O(F · V · E)  •  Pamięć: O(V + 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M2: Otoczka wypukła — Andrew's Monotone Chain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5880" y="1097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Sortujemy punkty leksykograficznie (po x, potem y)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984248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Dolna pół-otoczka: idziemy L→R,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usuwamy prawe skręty (iloczyn wektorowy ≤ 0)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825496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797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Górna pół-otoczka: idziemy R→L, analogicznie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66744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66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62102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Łączymy obie połówki → gotowa otoczka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94960" y="1097280"/>
            <a:ext cx="3383280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097280"/>
            <a:ext cx="3383280" cy="914400"/>
          </a:xfrm>
          <a:prstGeom prst="rect">
            <a:avLst/>
          </a:prstGeom>
          <a:noFill/>
          <a:ln/>
        </p:spPr>
        <p:txBody>
          <a:bodyPr wrap="square" lIns="101600" tIns="152400" rIns="1524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Złożoność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O(n log n) · Pamięć O(n)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2286000"/>
            <a:ext cx="338328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2286000"/>
            <a:ext cx="3383280" cy="1920240"/>
          </a:xfrm>
          <a:prstGeom prst="rect">
            <a:avLst/>
          </a:prstGeom>
          <a:noFill/>
          <a:ln/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Iloczyn wektorowy = kierunek skrętu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  →  skręt w lewo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  →  skręt w prawo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  →  współliniowe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M2: Wizualizacja trasy patrolu</a:t>
            </a:r>
            <a:endParaRPr lang="en-US" sz="2600" dirty="0"/>
          </a:p>
        </p:txBody>
      </p:sp>
      <p:pic>
        <p:nvPicPr>
          <p:cNvPr id="3" name="Image 0" descr="/home/claude/otoczka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4937760" cy="36123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7840" y="10515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widać na rysunku
</a:t>
            </a: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(wynik mojego programu wizualizacja.py)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Niebieskie kropki — wszystkie kopalnie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Czerwone punkty + linia — trasa patrolu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(2,2) i (3,3) są WEWNĄTRZ —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leżą na trasie, bo gumka ich nie dotyka.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Trasa to 4 skrajne punkty: </a:t>
            </a:r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(0,0)→(5,0)→(5,5)→(0,5).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Obwód = 20 jednostek.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M3: Drzewo przedziałowe — Range Maximum Query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Atak jabłkami na odcinek muru [l, r].
Trzeba błyskawicznie wskazać najgłośniejszego dekametrowca.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 przedziałowe (Segment Tree).
Każdy węzeł trzyma maksimum swojego przedziału.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Zwraca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parę (wartość, indeks) — zgodnie ze specyfikacją.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097280"/>
            <a:ext cx="3108960" cy="2514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Zapytanie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Tablica 4n węzłów,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korzeń w indeksie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synowie 2i oraz 2i+1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Rozważałem Sparse Table (zapytanie O(1)), ale drzewo przedziałowe pozwala dodać aktualizacje — świadoma decyzja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0C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M4: Huffman + Trie — archiwizacja i wyszukiwanie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3840480" cy="3657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51560"/>
            <a:ext cx="3840480" cy="6400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840480" cy="3337560"/>
          </a:xfrm>
          <a:prstGeom prst="rect">
            <a:avLst/>
          </a:prstGeom>
          <a:noFill/>
          <a:ln/>
        </p:spPr>
        <p:txBody>
          <a:bodyPr wrap="square" lIns="50800" tIns="203200" rIns="203200" bIns="508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Huffmana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Częste znaki → krótkie kody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Rzadkie znaki → długie kody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 (kolejka priorytetowa):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łączymy dwa najrzadsze → nowy węzeł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Budowa O(σ log σ) · kompresja O(N)
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Oszczędność ~50% na testach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840480" cy="3657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0" y="1051560"/>
            <a:ext cx="3840480" cy="64008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3337560"/>
          </a:xfrm>
          <a:prstGeom prst="rect">
            <a:avLst/>
          </a:prstGeom>
          <a:noFill/>
          <a:ln/>
        </p:spPr>
        <p:txBody>
          <a:bodyPr wrap="square" lIns="50800" tIns="203200" rIns="203200" bIns="508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Drzewo Trie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słowo = ścieżka od korzenia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Flaga „koniec słowa” na końcu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Implementacja: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w każdym węźle (nie tablica 256)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obsługa polskich znaków, mniej pamięci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Wstawianie i szukanie: O(k)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Wizualizacje — drzewo RMQ i Huffmana</a:t>
            </a:r>
            <a:endParaRPr lang="en-US" sz="2600" dirty="0"/>
          </a:p>
        </p:txBody>
      </p:sp>
      <p:pic>
        <p:nvPicPr>
          <p:cNvPr id="3" name="Image 0" descr="/home/claude/viz_panel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8412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Testy — 26 passed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Wynik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testujemy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— MCMF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ścieżki, częściowy przepływ, min koszt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— Otoczka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kwadrat, współliniowe, 2 punkty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— RMQ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puste, jeden el., parametryzowane zakresy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— Huffman+Trie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roundtrip, Unicode, prefiks ≠ słowo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stresowe (generator.py)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MCMF: 200 krasnali → &lt; 1s   •   Otoczka: 10 000 pkt → &lt; 0.1s   •   RMQ: 100k elem., 10k zapytań → &lt; 0.5s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Huffman: 50k znaków roundtrip → &lt; 0.5s   •   Trie: 10k słów, 5k szukań → &lt; 0.1s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Złożoność — podsumowanie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237744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2651760"/>
                <a:gridCol w="173736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Algorytm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Pamięć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MCMF (SSP + SPFA)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O(F·V·E)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O(V+E)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Andrew (otoczka)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Tree (RMQ)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 / O(log 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Huffman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O(σ log σ) / O(N)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O(σ)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O(k) na operację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O(Σk)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 i struktura projektu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92608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język implementacji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+ parametrize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621, pip install -e 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+ GitHub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wersji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pytest na pushu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005840"/>
            <a:ext cx="3657600" cy="3474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190500" rIns="1905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snowwhite_suite/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3258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190500" rIns="1905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modele.py          Punkt(x,y)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modul1_mcmf.py     SiecPrzeplywowa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modul2_hull.py     OtoczkaWypukla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modul3_rmq.py      DrzewoPrzedzialowe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modul4_huffman.py  KoderHuffmana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modul4_trie.py     DrzewoTrie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testy/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test_modul1..4.py  26 testów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generator.py       testy stresowe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integracja.py        pipeline M1→M4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wizualizacja.py      mapa królestwa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Wnioski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0972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Najtrudniejsza była INTEGRACJA, nie same algorytmy — uzgodnienie formatów, puste przypadki, zaokrąglenia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stresowy jest niezbędny w pracy solo — znalazł błędy, których sam nie przewidziałem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Specyfikacja wpływa na kod — zmiana RMQ (wartość → para wartość+indeks) wymusiła modyfikację drzewa i testów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50C87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wystarczająco szybki — SPFA na 200 krasnalach &lt; 1s; czas programisty ważniejszy niż mikrooptymalizacja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Pytania?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840480" y="2560320"/>
            <a:ext cx="1463040" cy="548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926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integracja.py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wizualizacja.py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testy/ -v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Danila Kozik  •  UMK Toruń  •  github.com/kozik77/AISD-2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Królestwo Krasnoludków — AiSD II</dc:title>
  <dc:subject>PptxGenJS Presentation</dc:subject>
  <dc:creator>Danila Kozik</dc:creator>
  <cp:lastModifiedBy>Danila Kozik</cp:lastModifiedBy>
  <cp:revision>1</cp:revision>
  <dcterms:created xsi:type="dcterms:W3CDTF">2026-06-01T23:57:04Z</dcterms:created>
  <dcterms:modified xsi:type="dcterms:W3CDTF">2026-06-01T23:57:04Z</dcterms:modified>
</cp:coreProperties>
</file>